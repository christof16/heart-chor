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990000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42" d="100"/>
          <a:sy n="142" d="100"/>
        </p:scale>
        <p:origin x="150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5B94C5-FEC1-46F2-AA90-399957153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06441AD-ECEE-4340-B915-904E0CD2D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E4539A-9A26-4BF4-B455-3AA47A17B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AF12BE-EC0C-4BA9-BC48-2BF3843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02D667-19DD-4208-9BC5-A3C61400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10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F9ED8-43AA-46B5-A2AD-7978720F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45CA5A-83ED-4BCC-979C-1C0A6D32F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8FD43C-A4BF-4170-B81A-C08836ED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4D1ABF-62B8-4A41-A39C-20756AF9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3E6DB5-1343-459C-930F-1F25BDF0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3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C4E93-5060-491C-A5E4-27A3B211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AD009E-0D23-452C-8E6F-2AFD9BF5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2C6447-96FF-4D48-8BA3-4A7ABA7B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232560-0E5E-4B58-9684-A35ACF8A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51E3C1-8FB0-4A13-B5CB-8ED4B9B4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30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9E324B-F260-40A2-A0C6-B4F5392C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13CC96-8816-40B6-8C9A-E3E996FC0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49534A-6649-426C-BB52-9A3BA8043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1CE33B-16E7-49F4-8095-35FC24AC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7D1A5D-5EA4-49D0-802D-C484E659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1927F5-A915-4CF6-818A-AF6D5E61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074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1C21C-0ED6-4E0F-9C55-8CD71D1B3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5505A4-29A0-4B2E-A450-B06714611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DBEF2F-CA5E-4F69-BFE3-A5BDF6604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BBFB16-BA42-4190-90E2-F4CA8A69F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8B360F2-8CC9-4707-9D22-64189C30E7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66262D3-300E-4770-8331-934B75C0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92EAE9C-1269-47D1-9430-A882A9AD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D3956BD-0404-4A84-925F-6E383FBC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920BF-F1ED-4693-81FE-0F4F9940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E16381-A499-4722-AEF1-1F1F0CCE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E7D70F-4ADF-4185-B54D-8455DF514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BDCCD3-D044-4187-A162-E39A9823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422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149AD08-07EB-485F-A363-41DB8E33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89E7A4-F6D6-4B47-95A5-C977FF20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AA6506-B9CE-44ED-94F5-08FBBE3C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15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23240-9EA1-4903-9843-BBE9845A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1D06CC-4B16-43BD-8A3C-454D113B4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D62DD0-9745-4242-BC0C-89A2AC19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E41DF8-E19F-405A-8469-4279F795B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6901FD-9AA4-4ADC-A0B7-66FEF471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235BA7-B47F-47FD-A043-71D6545C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89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6F5AA-60FD-4657-BFDC-969126934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1C0164-6598-4D88-8B2F-1DDCA8F60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2D63DF-51EF-4DC9-8536-4B0217247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6D3658-95F0-4092-93DA-6C107ED8A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7EACA3-8DBF-486D-AC6E-EFF0E7CA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4F0D2F-7467-4F86-9B8A-64A7DA1F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114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67C6B-A0F5-405D-AD84-EE58B2F6F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71846D-C6E3-4D89-BDE4-19C5678E5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5B8FFC-AF50-4D5B-B313-82F33662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942E8F-917D-4544-ADC0-049613D68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DB4408-FE59-4A50-8163-F65560E9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32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146AE84-6CE7-4A05-BB85-414AA650A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C2C44C-21DB-4658-BF8B-3FBF92D98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1EC396-6BD6-490C-9339-2186499E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1ADEB5-75E3-4B61-A830-84DBFA1E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BBDBC8-5C5F-4601-897A-8C71FB33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6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DA71D6-765E-4E0F-8145-999FE26C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99C46D-AAF0-413E-A2CC-E61B59801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68C822-433D-4659-AD66-169574BDE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FA3B2-4FEB-4927-A614-F340E8AB792D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BFD05B-C102-443B-8D7E-26C215FE3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4A32D3-E797-46B8-8717-FC49DE505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906F0-3E19-4623-B9B1-7911DD425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680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A1D32CC2-3C16-4BDF-9956-DC6B217C5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20251" cy="6858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BBFD92B-1C71-414B-A61B-4E1B3949C1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" t="10424" r="6841" b="39891"/>
          <a:stretch/>
        </p:blipFill>
        <p:spPr>
          <a:xfrm>
            <a:off x="7259094" y="4496847"/>
            <a:ext cx="2223370" cy="130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2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2">
            <a:extLst>
              <a:ext uri="{FF2B5EF4-FFF2-40B4-BE49-F238E27FC236}">
                <a16:creationId xmlns:a16="http://schemas.microsoft.com/office/drawing/2014/main" id="{180F1EA5-6AA7-4BEC-983B-6BEB1CA019C1}"/>
              </a:ext>
            </a:extLst>
          </p:cNvPr>
          <p:cNvSpPr/>
          <p:nvPr/>
        </p:nvSpPr>
        <p:spPr>
          <a:xfrm>
            <a:off x="3562436" y="682668"/>
            <a:ext cx="5060516" cy="506051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BBFD92B-1C71-414B-A61B-4E1B3949C1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" t="10424" r="6841" b="11227"/>
          <a:stretch/>
        </p:blipFill>
        <p:spPr>
          <a:xfrm>
            <a:off x="4000064" y="1183713"/>
            <a:ext cx="4196220" cy="387707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46F5D92-CEEF-43ED-B42E-A57181E9A8BF}"/>
              </a:ext>
            </a:extLst>
          </p:cNvPr>
          <p:cNvSpPr/>
          <p:nvPr/>
        </p:nvSpPr>
        <p:spPr>
          <a:xfrm>
            <a:off x="624560" y="682668"/>
            <a:ext cx="10974542" cy="5060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057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Christof Bodendorf</dc:creator>
  <cp:lastModifiedBy>Christof Bodendorf</cp:lastModifiedBy>
  <cp:revision>6</cp:revision>
  <dcterms:created xsi:type="dcterms:W3CDTF">2026-05-02T21:48:49Z</dcterms:created>
  <dcterms:modified xsi:type="dcterms:W3CDTF">2026-05-02T22:39:53Z</dcterms:modified>
</cp:coreProperties>
</file>